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D139E-4F2A-47C0-9DC3-301D8FBDA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695C9-519E-45D9-80F7-A98CDC3C2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E82A1-6859-45B8-8DED-15E25BA1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B941-D564-47CA-8DD7-A1B0D26E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D57C1-2EB8-4F1F-B083-0FFDE8D1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48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90C6-42D2-45BD-90E4-0EF9915F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F483-67C5-4600-A13D-EC297F864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0D121-019D-46DB-A486-DF9A2FC5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0CE4-1B89-4CAA-9E7E-DAD96047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5984-F003-450C-A2DB-CCDB3579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64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05CA-D9B4-4926-9DAA-4F5C83D2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35FBD-EFE3-4E5C-95A4-CF65D4587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E3BA2-7FF6-435A-BADE-82896CC7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8BF13-F398-4F72-BBDB-71B5653D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C4431-2A22-4C8B-9D8E-76FD9538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0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2E73-0348-4C54-AA3F-966BA337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40707-5FBA-483F-A743-DB74B8C1B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40E8B-A1BC-43A3-BDA4-8B85EEE54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9A3D0-4E63-4F00-A65F-366E6A1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23260-3710-47F6-B513-B5790D78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5A30A-74A6-40DD-989D-48E3AFA9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81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29A2-8628-4BCD-A5C8-80499785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09B9D-B142-459C-8899-BB0F2F6DF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D4559-3AA3-4061-91AD-AC8F9683D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68FAC-F4A3-4869-89E5-9D0F4124C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637AE-06DE-461F-A2CC-B97D0F73B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26BA9-0604-40F8-98CB-3FAECCE4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311DD-94D0-4B55-B6DC-136CA8EA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75AC27-671C-4996-8696-DDF94E0E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62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E3EA-3D02-479C-A06F-4B4E8206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DD96FC-BEA3-4233-9C91-57C58350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524EC-FC28-4703-878B-361F9905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49F10-B8C5-4E68-B17B-BAC28E7F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3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7DCCB-4618-4848-92BE-802948F2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F4F24-7DD9-4027-9953-984A01DC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BCFD-317A-4466-8FC0-9F5FDEAB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83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E0BE-60AD-405E-9E83-D3A2A385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90BF-8CE8-479E-9750-4825F4B9D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7FDC0-D734-4713-B8E7-6A17BAA53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49147-566A-44E9-BB06-9641ED1E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651CF-6A91-4A66-AA0A-2AAB31B2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2980-B15D-445B-8DA9-153A0B59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43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3781-F255-4856-B2EA-255D8298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858FC-2E64-43A1-BA51-272A52340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A4ACC-C728-4378-B4F9-B1EB55A2A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7C82B-D4F6-4CC6-92DF-BF9E01D2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D09EA-21F0-4678-AA96-6B051A08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6FFAF-C8BA-4AC7-8A04-5128AA1F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A9F9-DDE0-4074-B4DC-39992DC3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B7386-26B3-42C9-B793-73A6D0ECE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F2133-3456-46F4-BB97-D87626DF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6290-CFCF-48B9-9744-0F692008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52BD-5D11-4BBB-BE19-735CB82F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75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1B25B-BA0E-414A-9356-6D5AC3BCF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C6FE3-BFDD-4C77-921B-F9B59775D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DF9E-E73E-4DF7-A426-0016305D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66709-CB2D-4427-8C38-52238335C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74425-86C4-443E-BD99-A512B5CB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93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F95BF-18FB-46B8-8512-B6D21D1F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CD428-2378-42E2-9DFE-62325591F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908E-5DB2-43AB-9CDD-C543F0E49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A64F7-76E6-4FD3-A297-6ABDF587B6A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86FF-CDA6-4B88-B174-0008C9266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6AE18-271E-48CB-9C7C-A01A6841B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9CB3A-8196-4879-A646-5E4A0B3EA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99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8A1D-DF75-4FA2-B8B1-01FD43ABAC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GPW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FC102-5669-4E55-8FFC-70E1FB133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Presentation 1: Initial Findings</a:t>
            </a:r>
          </a:p>
        </p:txBody>
      </p:sp>
    </p:spTree>
    <p:extLst>
      <p:ext uri="{BB962C8B-B14F-4D97-AF65-F5344CB8AC3E}">
        <p14:creationId xmlns:p14="http://schemas.microsoft.com/office/powerpoint/2010/main" val="1944941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0AEC-0743-47CA-BFAB-C93DD355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Restate The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EFE44-FDA9-4EEC-A8BF-2E4797DB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 over the brief, cutting down the text into what </a:t>
            </a:r>
            <a:r>
              <a:rPr lang="en-GB" i="1" dirty="0"/>
              <a:t>you</a:t>
            </a:r>
            <a:r>
              <a:rPr lang="en-GB" dirty="0"/>
              <a:t> think is </a:t>
            </a:r>
            <a:br>
              <a:rPr lang="en-GB" dirty="0"/>
            </a:br>
            <a:r>
              <a:rPr lang="en-GB" dirty="0"/>
              <a:t>“the most important parts”</a:t>
            </a:r>
          </a:p>
          <a:p>
            <a:r>
              <a:rPr lang="en-GB" dirty="0"/>
              <a:t>Reassure the client that you understand the brief</a:t>
            </a:r>
          </a:p>
        </p:txBody>
      </p:sp>
    </p:spTree>
    <p:extLst>
      <p:ext uri="{BB962C8B-B14F-4D97-AF65-F5344CB8AC3E}">
        <p14:creationId xmlns:p14="http://schemas.microsoft.com/office/powerpoint/2010/main" val="380223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85A0-353F-4E3D-AF85-D3A879B8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Biggest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9CCA4-74EA-41D3-933C-4C8CF651E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struck you as the </a:t>
            </a:r>
            <a:r>
              <a:rPr lang="en-GB" b="1" dirty="0"/>
              <a:t>biggest</a:t>
            </a:r>
            <a:r>
              <a:rPr lang="en-GB" dirty="0"/>
              <a:t> question(s) you need to answer in the brief?</a:t>
            </a:r>
          </a:p>
          <a:p>
            <a:r>
              <a:rPr lang="en-GB" dirty="0"/>
              <a:t>What research did you do towards this question(s)?</a:t>
            </a:r>
          </a:p>
          <a:p>
            <a:r>
              <a:rPr lang="en-GB" dirty="0"/>
              <a:t>Were prototypes necessary?</a:t>
            </a:r>
          </a:p>
          <a:p>
            <a:r>
              <a:rPr lang="en-GB" dirty="0"/>
              <a:t>What conclusion(s) were drawn from the prototyping?</a:t>
            </a:r>
          </a:p>
        </p:txBody>
      </p:sp>
    </p:spTree>
    <p:extLst>
      <p:ext uri="{BB962C8B-B14F-4D97-AF65-F5344CB8AC3E}">
        <p14:creationId xmlns:p14="http://schemas.microsoft.com/office/powerpoint/2010/main" val="2128940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A2AA-A227-44C0-B0E5-BF4024F6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177A-1DA7-4E74-910E-164B3D928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 conclusion to answering major questions,</a:t>
            </a:r>
            <a:br>
              <a:rPr lang="en-GB" dirty="0"/>
            </a:br>
            <a:r>
              <a:rPr lang="en-GB" dirty="0"/>
              <a:t>what is the general direction the project is moving in?</a:t>
            </a:r>
          </a:p>
          <a:p>
            <a:r>
              <a:rPr lang="en-GB" dirty="0"/>
              <a:t>What parts of the project are definitively locked in?</a:t>
            </a:r>
          </a:p>
        </p:txBody>
      </p:sp>
    </p:spTree>
    <p:extLst>
      <p:ext uri="{BB962C8B-B14F-4D97-AF65-F5344CB8AC3E}">
        <p14:creationId xmlns:p14="http://schemas.microsoft.com/office/powerpoint/2010/main" val="2876485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E10B-DC18-4EA8-96EF-5CED5B75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Outstanding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DC17-3B3E-40CF-B7D8-85DACFEF2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You’ve got another 6 weeks of development time,</a:t>
            </a:r>
            <a:br>
              <a:rPr lang="en-GB" dirty="0"/>
            </a:br>
            <a:r>
              <a:rPr lang="en-GB" dirty="0"/>
              <a:t>what are the biggest </a:t>
            </a:r>
            <a:r>
              <a:rPr lang="en-GB" i="1" dirty="0"/>
              <a:t>remaining</a:t>
            </a:r>
            <a:r>
              <a:rPr lang="en-GB" dirty="0"/>
              <a:t> questions?</a:t>
            </a:r>
          </a:p>
          <a:p>
            <a:r>
              <a:rPr lang="en-GB" dirty="0"/>
              <a:t>What do you plan on doing about those?</a:t>
            </a:r>
          </a:p>
          <a:p>
            <a:r>
              <a:rPr lang="en-GB" dirty="0"/>
              <a:t>Are there more prototypes needing built/tested?</a:t>
            </a:r>
          </a:p>
          <a:p>
            <a:r>
              <a:rPr lang="en-GB" dirty="0"/>
              <a:t>Set expectations: what do you hope to present in Week 8?</a:t>
            </a:r>
          </a:p>
        </p:txBody>
      </p:sp>
    </p:spTree>
    <p:extLst>
      <p:ext uri="{BB962C8B-B14F-4D97-AF65-F5344CB8AC3E}">
        <p14:creationId xmlns:p14="http://schemas.microsoft.com/office/powerpoint/2010/main" val="175125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02838957C6564BB46506DEC63665BB" ma:contentTypeVersion="17" ma:contentTypeDescription="Create a new document." ma:contentTypeScope="" ma:versionID="9de721930635956eac350533ec31bc30">
  <xsd:schema xmlns:xsd="http://www.w3.org/2001/XMLSchema" xmlns:xs="http://www.w3.org/2001/XMLSchema" xmlns:p="http://schemas.microsoft.com/office/2006/metadata/properties" xmlns:ns3="4eb9130b-9435-48d9-b87d-905941a3cab1" xmlns:ns4="e1a6b317-3158-47d5-a002-ac34399186ce" targetNamespace="http://schemas.microsoft.com/office/2006/metadata/properties" ma:root="true" ma:fieldsID="06d7b2c3b30fb0b79060831e4e3de977" ns3:_="" ns4:_="">
    <xsd:import namespace="4eb9130b-9435-48d9-b87d-905941a3cab1"/>
    <xsd:import namespace="e1a6b317-3158-47d5-a002-ac34399186c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b9130b-9435-48d9-b87d-905941a3c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6b317-3158-47d5-a002-ac34399186c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eb9130b-9435-48d9-b87d-905941a3cab1" xsi:nil="true"/>
  </documentManagement>
</p:properties>
</file>

<file path=customXml/itemProps1.xml><?xml version="1.0" encoding="utf-8"?>
<ds:datastoreItem xmlns:ds="http://schemas.openxmlformats.org/officeDocument/2006/customXml" ds:itemID="{8274BA2A-7F53-40A3-A1F5-C4374C18F6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b9130b-9435-48d9-b87d-905941a3cab1"/>
    <ds:schemaRef ds:uri="e1a6b317-3158-47d5-a002-ac34399186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23C9D-C00D-4388-907C-ECB8CB3BDB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374377-3D83-468D-85C4-FA14D0EAB5AF}">
  <ds:schemaRefs>
    <ds:schemaRef ds:uri="http://schemas.microsoft.com/office/infopath/2007/PartnerControls"/>
    <ds:schemaRef ds:uri="http://purl.org/dc/terms/"/>
    <ds:schemaRef ds:uri="e1a6b317-3158-47d5-a002-ac34399186ce"/>
    <ds:schemaRef ds:uri="http://schemas.microsoft.com/office/2006/documentManagement/types"/>
    <ds:schemaRef ds:uri="4eb9130b-9435-48d9-b87d-905941a3cab1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167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GPW</vt:lpstr>
      <vt:lpstr>Restate The Brief</vt:lpstr>
      <vt:lpstr>The Biggest Questions</vt:lpstr>
      <vt:lpstr>The Direction</vt:lpstr>
      <vt:lpstr>Outstanding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GPW</dc:title>
  <dc:creator>Jack, Alan</dc:creator>
  <cp:lastModifiedBy>Jack, Alan</cp:lastModifiedBy>
  <cp:revision>3</cp:revision>
  <dcterms:created xsi:type="dcterms:W3CDTF">2025-09-23T09:54:47Z</dcterms:created>
  <dcterms:modified xsi:type="dcterms:W3CDTF">2025-09-23T10:13:52Z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0x0101000502838957C6564BB46506DEC63665BB</vt:lpwstr>
  </property>
</Properties>
</file>